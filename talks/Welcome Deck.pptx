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5" r:id="rId2"/>
    <p:sldId id="258" r:id="rId3"/>
    <p:sldId id="259" r:id="rId4"/>
    <p:sldId id="260" r:id="rId5"/>
    <p:sldId id="264" r:id="rId6"/>
    <p:sldId id="266" r:id="rId7"/>
    <p:sldId id="263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23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personal story. Connect FIRST Robotics coaching background to why building Misty's brain matters to you personally. Keep it short and 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split: Misty II is the body, the companion laptop is the brain. Walk through the two columns. Emphasize Misty cannot run modern inference herself; the laptop does that locally via Foundry Local + Phi-3.5-mini.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up the training hub site live if possible. Explain it's the participant home base for modules, agenda, prerequisites, and skills — pick your own journey, guided path or jump straight to what's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Kevin, Sam, Tom, Tammy, Kelly, and Lyle by name. Close with energy: let the hacking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45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1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F28657-819A-A660-844F-AC27DE56B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0" b="-1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49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19A9DE-7BD4-65DA-EB63-5087EC3E63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46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21FA3A6-2E8D-028E-F8D2-3A124028EBB1}"/>
              </a:ext>
            </a:extLst>
          </p:cNvPr>
          <p:cNvSpPr/>
          <p:nvPr/>
        </p:nvSpPr>
        <p:spPr>
          <a:xfrm>
            <a:off x="3532277" y="8209781"/>
            <a:ext cx="11400878" cy="144655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Saline Singularity - 5066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EBDD7213-169F-0AD8-BD51-F79805935D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70" b="-1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0DBCA33C-4460-EB89-D1FF-E2D443FD7F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70" b="-1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80306" y="1771698"/>
            <a:ext cx="7390678" cy="415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/>
              <a:t>Problem</a:t>
            </a:r>
          </a:p>
          <a:p>
            <a:r>
              <a:rPr sz="4400" dirty="0"/>
              <a:t>What problems are we solving?</a:t>
            </a:r>
          </a:p>
          <a:p>
            <a:r>
              <a:rPr sz="4400" dirty="0"/>
              <a:t>- </a:t>
            </a:r>
          </a:p>
          <a:p>
            <a:r>
              <a:rPr sz="4400" dirty="0"/>
              <a:t>- </a:t>
            </a:r>
          </a:p>
          <a:p>
            <a:r>
              <a:rPr sz="4400" dirty="0"/>
              <a:t>- </a:t>
            </a:r>
          </a:p>
          <a:p>
            <a:r>
              <a:rPr sz="4400" dirty="0"/>
              <a:t>-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796658"/>
            <a:ext cx="7778283" cy="415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/>
              <a:t>Scope</a:t>
            </a:r>
          </a:p>
          <a:p>
            <a:r>
              <a:rPr sz="4400" dirty="0"/>
              <a:t>What is the scope of the project?</a:t>
            </a:r>
          </a:p>
          <a:p>
            <a:r>
              <a:rPr sz="4400" dirty="0"/>
              <a:t>- </a:t>
            </a:r>
          </a:p>
          <a:p>
            <a:r>
              <a:rPr sz="4400" dirty="0"/>
              <a:t>- </a:t>
            </a:r>
          </a:p>
          <a:p>
            <a:r>
              <a:rPr sz="4400" dirty="0"/>
              <a:t>- </a:t>
            </a:r>
          </a:p>
          <a:p>
            <a:r>
              <a:rPr sz="4400" dirty="0"/>
              <a:t>-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306" y="5770606"/>
            <a:ext cx="8105873" cy="40934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/>
              <a:t>Impact</a:t>
            </a:r>
          </a:p>
          <a:p>
            <a:r>
              <a:rPr sz="4000" dirty="0"/>
              <a:t>What is the measurable impact ($$$)?</a:t>
            </a:r>
          </a:p>
          <a:p>
            <a:r>
              <a:rPr sz="4400" dirty="0"/>
              <a:t>- </a:t>
            </a:r>
          </a:p>
          <a:p>
            <a:r>
              <a:rPr sz="4400" dirty="0"/>
              <a:t>- </a:t>
            </a:r>
          </a:p>
          <a:p>
            <a:r>
              <a:rPr sz="4400" dirty="0"/>
              <a:t>- </a:t>
            </a:r>
          </a:p>
          <a:p>
            <a:r>
              <a:rPr sz="4400" dirty="0"/>
              <a:t>-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848644"/>
            <a:ext cx="8877687" cy="41549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/>
              <a:t>Actions</a:t>
            </a:r>
          </a:p>
          <a:p>
            <a:r>
              <a:rPr sz="4400" dirty="0"/>
              <a:t>Who owns the actions going forward?</a:t>
            </a:r>
          </a:p>
          <a:p>
            <a:r>
              <a:rPr sz="4400" dirty="0"/>
              <a:t>- </a:t>
            </a:r>
          </a:p>
          <a:p>
            <a:r>
              <a:rPr sz="4400" dirty="0"/>
              <a:t>- </a:t>
            </a:r>
          </a:p>
          <a:p>
            <a:r>
              <a:rPr sz="4400" dirty="0"/>
              <a:t>- </a:t>
            </a:r>
          </a:p>
          <a:p>
            <a:r>
              <a:rPr sz="4400" dirty="0"/>
              <a:t>- 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14FFB45A-FDF6-870D-CC34-682390926A14}"/>
              </a:ext>
            </a:extLst>
          </p:cNvPr>
          <p:cNvSpPr/>
          <p:nvPr/>
        </p:nvSpPr>
        <p:spPr>
          <a:xfrm>
            <a:off x="780306" y="521999"/>
            <a:ext cx="9442217" cy="87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928"/>
              </a:lnSpc>
              <a:buNone/>
            </a:pPr>
            <a:r>
              <a:rPr lang="en-US" sz="6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Value Statement</a:t>
            </a:r>
            <a:endParaRPr lang="en-US" sz="6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870" b="-1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F30585DE-3B5F-147A-7172-FEC2DE7183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70" b="-1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190</Words>
  <Application>Microsoft Office PowerPoint</Application>
  <PresentationFormat>Custom</PresentationFormat>
  <Paragraphs>34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Tammy McClellan</cp:lastModifiedBy>
  <cp:revision>7</cp:revision>
  <dcterms:created xsi:type="dcterms:W3CDTF">2026-07-10T21:26:56Z</dcterms:created>
  <dcterms:modified xsi:type="dcterms:W3CDTF">2026-07-10T22:37:37Z</dcterms:modified>
</cp:coreProperties>
</file>